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프로그램 UI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 4종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예시 모델과 부재 분할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조립도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가공도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도면별 Osnap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Osnap 선별 엔진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동률일 때의 우선순위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치수 보조선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제작도와 가공도의 배율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치수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각도 표시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위치 치수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부재 목록 수집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 BOM 표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